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2" r:id="rId5"/>
    <p:sldId id="258" r:id="rId6"/>
    <p:sldId id="260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93" d="100"/>
          <a:sy n="93" d="100"/>
        </p:scale>
        <p:origin x="3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32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947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28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147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61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45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055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281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61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8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14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18C42-4B10-48EE-AA13-BD0DD60E3650}" type="datetimeFigureOut">
              <a:rPr lang="en-US" smtClean="0"/>
              <a:t>18/06/26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05D24-7320-478B-B3B1-F2010F7D91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7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112"/>
          <a:stretch/>
        </p:blipFill>
        <p:spPr>
          <a:xfrm>
            <a:off x="-4762" y="-1314450"/>
            <a:ext cx="12187798" cy="948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-1333500"/>
            <a:ext cx="12211050" cy="95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2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/>
          <p:nvPr/>
        </p:nvPicPr>
        <p:blipFill rotWithShape="1">
          <a:blip r:embed="rId2"/>
          <a:srcRect l="128" t="490" b="190"/>
          <a:stretch/>
        </p:blipFill>
        <p:spPr bwMode="auto">
          <a:xfrm>
            <a:off x="1799477" y="702275"/>
            <a:ext cx="7625709" cy="592317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Rectangle 5"/>
          <p:cNvSpPr/>
          <p:nvPr/>
        </p:nvSpPr>
        <p:spPr>
          <a:xfrm>
            <a:off x="1799477" y="1266155"/>
            <a:ext cx="410323" cy="24307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278381" y="5617175"/>
            <a:ext cx="7146805" cy="10082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278381" y="2043395"/>
            <a:ext cx="1447799" cy="35090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606746" y="1266155"/>
            <a:ext cx="2818440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794761" y="1719545"/>
            <a:ext cx="5630425" cy="383286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1"/>
          <p:cNvSpPr/>
          <p:nvPr/>
        </p:nvSpPr>
        <p:spPr>
          <a:xfrm>
            <a:off x="9904090" y="3188207"/>
            <a:ext cx="1684020" cy="356327"/>
          </a:xfrm>
          <a:prstGeom prst="wedgeRoundRectCallout">
            <a:avLst>
              <a:gd name="adj1" fmla="val -70545"/>
              <a:gd name="adj2" fmla="val 1055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Value Area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Rounded Rectangular Callout 12"/>
          <p:cNvSpPr/>
          <p:nvPr/>
        </p:nvSpPr>
        <p:spPr>
          <a:xfrm>
            <a:off x="9904090" y="5945206"/>
            <a:ext cx="1684020" cy="352209"/>
          </a:xfrm>
          <a:prstGeom prst="wedgeRoundRectCallout">
            <a:avLst>
              <a:gd name="adj1" fmla="val -73774"/>
              <a:gd name="adj2" fmla="val 8242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Button Area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ular Callout 14"/>
          <p:cNvSpPr/>
          <p:nvPr/>
        </p:nvSpPr>
        <p:spPr>
          <a:xfrm flipH="1">
            <a:off x="354909" y="4137042"/>
            <a:ext cx="1684020" cy="385531"/>
          </a:xfrm>
          <a:prstGeom prst="wedgeRoundRectCallout">
            <a:avLst>
              <a:gd name="adj1" fmla="val -47529"/>
              <a:gd name="adj2" fmla="val -14995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Menu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6" name="Rounded Rectangular Callout 15"/>
          <p:cNvSpPr/>
          <p:nvPr/>
        </p:nvSpPr>
        <p:spPr>
          <a:xfrm>
            <a:off x="9877899" y="596088"/>
            <a:ext cx="1684020" cy="562645"/>
          </a:xfrm>
          <a:prstGeom prst="wedgeRoundRectCallout">
            <a:avLst>
              <a:gd name="adj1" fmla="val -71707"/>
              <a:gd name="adj2" fmla="val 10204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Clear/Get Data Button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914277" y="934335"/>
            <a:ext cx="1598631" cy="2853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ounded Rectangular Callout 17"/>
          <p:cNvSpPr/>
          <p:nvPr/>
        </p:nvSpPr>
        <p:spPr>
          <a:xfrm>
            <a:off x="6178132" y="324941"/>
            <a:ext cx="2028811" cy="360899"/>
          </a:xfrm>
          <a:prstGeom prst="wedgeRoundRectCallout">
            <a:avLst>
              <a:gd name="adj1" fmla="val -20919"/>
              <a:gd name="adj2" fmla="val 11677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Language Button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242410" y="1277872"/>
            <a:ext cx="1168055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ular Callout 19"/>
          <p:cNvSpPr/>
          <p:nvPr/>
        </p:nvSpPr>
        <p:spPr>
          <a:xfrm>
            <a:off x="3195208" y="324941"/>
            <a:ext cx="1165838" cy="360899"/>
          </a:xfrm>
          <a:prstGeom prst="wedgeRoundRectCallout">
            <a:avLst>
              <a:gd name="adj1" fmla="val 21237"/>
              <a:gd name="adj2" fmla="val 19861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Indicator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70013" y="1277872"/>
            <a:ext cx="1168055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3410465" y="1277872"/>
            <a:ext cx="1059548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1799478" y="718750"/>
            <a:ext cx="2055830" cy="5173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ounded Rectangular Callout 23"/>
          <p:cNvSpPr/>
          <p:nvPr/>
        </p:nvSpPr>
        <p:spPr>
          <a:xfrm>
            <a:off x="1672281" y="324941"/>
            <a:ext cx="1403210" cy="360899"/>
          </a:xfrm>
          <a:prstGeom prst="wedgeRoundRectCallout">
            <a:avLst>
              <a:gd name="adj1" fmla="val 32978"/>
              <a:gd name="adj2" fmla="val 198610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Next Page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5" name="Rounded Rectangular Callout 24"/>
          <p:cNvSpPr/>
          <p:nvPr/>
        </p:nvSpPr>
        <p:spPr>
          <a:xfrm>
            <a:off x="4480763" y="324941"/>
            <a:ext cx="1565810" cy="360899"/>
          </a:xfrm>
          <a:prstGeom prst="wedgeRoundRectCallout">
            <a:avLst>
              <a:gd name="adj1" fmla="val 8610"/>
              <a:gd name="adj2" fmla="val 200893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Unit Selection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6" name="Rounded Rectangular Callout 25"/>
          <p:cNvSpPr/>
          <p:nvPr/>
        </p:nvSpPr>
        <p:spPr>
          <a:xfrm flipH="1">
            <a:off x="354909" y="5152334"/>
            <a:ext cx="1684020" cy="385531"/>
          </a:xfrm>
          <a:prstGeom prst="wedgeRoundRectCallout">
            <a:avLst>
              <a:gd name="adj1" fmla="val -58780"/>
              <a:gd name="adj2" fmla="val -14354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Data Name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084489" y="1764833"/>
            <a:ext cx="340697" cy="5994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ular Callout 27"/>
          <p:cNvSpPr/>
          <p:nvPr/>
        </p:nvSpPr>
        <p:spPr>
          <a:xfrm>
            <a:off x="9877899" y="1441623"/>
            <a:ext cx="1684020" cy="527220"/>
          </a:xfrm>
          <a:prstGeom prst="wedgeRoundRectCallout">
            <a:avLst>
              <a:gd name="adj1" fmla="val -69566"/>
              <a:gd name="adj2" fmla="val 29735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Clear Group Data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9" name="Rounded Rectangular Callout 28"/>
          <p:cNvSpPr/>
          <p:nvPr/>
        </p:nvSpPr>
        <p:spPr>
          <a:xfrm>
            <a:off x="9877899" y="2077746"/>
            <a:ext cx="1684020" cy="583076"/>
          </a:xfrm>
          <a:prstGeom prst="wedgeRoundRectCallout">
            <a:avLst>
              <a:gd name="adj1" fmla="val -70546"/>
              <a:gd name="adj2" fmla="val -2540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Auto/Repeat Cycle Button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083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3432" y="445494"/>
            <a:ext cx="7434532" cy="5520692"/>
          </a:xfrm>
          <a:prstGeom prst="rect">
            <a:avLst/>
          </a:prstGeom>
          <a:ln>
            <a:noFill/>
          </a:ln>
        </p:spPr>
      </p:pic>
      <p:sp>
        <p:nvSpPr>
          <p:cNvPr id="3" name="Rounded Rectangular Callout 2"/>
          <p:cNvSpPr/>
          <p:nvPr/>
        </p:nvSpPr>
        <p:spPr>
          <a:xfrm>
            <a:off x="818589" y="1665817"/>
            <a:ext cx="2013856" cy="366619"/>
          </a:xfrm>
          <a:prstGeom prst="wedgeRoundRectCallout">
            <a:avLst>
              <a:gd name="adj1" fmla="val 69010"/>
              <a:gd name="adj2" fmla="val -193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Current/Set Value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251217" y="1196965"/>
            <a:ext cx="7525971" cy="1304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328298" y="5260964"/>
            <a:ext cx="1603985" cy="7052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4409578" y="6239706"/>
            <a:ext cx="2264385" cy="366619"/>
          </a:xfrm>
          <a:prstGeom prst="wedgeRoundRectCallout">
            <a:avLst>
              <a:gd name="adj1" fmla="val -20422"/>
              <a:gd name="adj2" fmla="val -11833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Oven Heating Button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57712" y="2600598"/>
            <a:ext cx="7525971" cy="1304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257711" y="3956638"/>
            <a:ext cx="7525971" cy="200954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ular Callout 10"/>
          <p:cNvSpPr/>
          <p:nvPr/>
        </p:nvSpPr>
        <p:spPr>
          <a:xfrm>
            <a:off x="809468" y="3069450"/>
            <a:ext cx="2013856" cy="366619"/>
          </a:xfrm>
          <a:prstGeom prst="wedgeRoundRectCallout">
            <a:avLst>
              <a:gd name="adj1" fmla="val 69010"/>
              <a:gd name="adj2" fmla="val -193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A</a:t>
            </a:r>
            <a:r>
              <a:rPr lang="en-US" b="1" dirty="0" smtClean="0">
                <a:solidFill>
                  <a:schemeClr val="tx1"/>
                </a:solidFill>
              </a:rPr>
              <a:t>larm Value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Rounded Rectangular Callout 11"/>
          <p:cNvSpPr/>
          <p:nvPr/>
        </p:nvSpPr>
        <p:spPr>
          <a:xfrm>
            <a:off x="809468" y="4676072"/>
            <a:ext cx="2013856" cy="366619"/>
          </a:xfrm>
          <a:prstGeom prst="wedgeRoundRectCallout">
            <a:avLst>
              <a:gd name="adj1" fmla="val 69010"/>
              <a:gd name="adj2" fmla="val -193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Offset Value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4488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347"/>
          <a:stretch/>
        </p:blipFill>
        <p:spPr>
          <a:xfrm>
            <a:off x="14287" y="-1323975"/>
            <a:ext cx="12163425" cy="9472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13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2" t="340" r="243"/>
          <a:stretch/>
        </p:blipFill>
        <p:spPr>
          <a:xfrm>
            <a:off x="1688236" y="716977"/>
            <a:ext cx="6730834" cy="5246957"/>
          </a:xfrm>
          <a:prstGeom prst="rect">
            <a:avLst/>
          </a:prstGeom>
        </p:spPr>
      </p:pic>
      <p:sp>
        <p:nvSpPr>
          <p:cNvPr id="3" name="Rounded Rectangular Callout 2"/>
          <p:cNvSpPr/>
          <p:nvPr/>
        </p:nvSpPr>
        <p:spPr>
          <a:xfrm>
            <a:off x="8932858" y="3313874"/>
            <a:ext cx="2013856" cy="300272"/>
          </a:xfrm>
          <a:prstGeom prst="wedgeRoundRectCallout">
            <a:avLst>
              <a:gd name="adj1" fmla="val -68843"/>
              <a:gd name="adj2" fmla="val 705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Reading Status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183028" y="3245707"/>
            <a:ext cx="6236042" cy="43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ular Callout 5"/>
          <p:cNvSpPr/>
          <p:nvPr/>
        </p:nvSpPr>
        <p:spPr>
          <a:xfrm>
            <a:off x="8932858" y="3762839"/>
            <a:ext cx="2013856" cy="283795"/>
          </a:xfrm>
          <a:prstGeom prst="wedgeRoundRectCallout">
            <a:avLst>
              <a:gd name="adj1" fmla="val -68843"/>
              <a:gd name="adj2" fmla="val 7052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Writing</a:t>
            </a:r>
            <a:r>
              <a:rPr lang="en-US" b="1" dirty="0" smtClean="0">
                <a:solidFill>
                  <a:schemeClr val="tx1"/>
                </a:solidFill>
              </a:rPr>
              <a:t> Status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83028" y="3682314"/>
            <a:ext cx="6236042" cy="43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ular Callout 7"/>
          <p:cNvSpPr/>
          <p:nvPr/>
        </p:nvSpPr>
        <p:spPr>
          <a:xfrm>
            <a:off x="8715633" y="4195327"/>
            <a:ext cx="2231081" cy="283793"/>
          </a:xfrm>
          <a:prstGeom prst="wedgeRoundRectCallout">
            <a:avLst>
              <a:gd name="adj1" fmla="val -58505"/>
              <a:gd name="adj2" fmla="val 415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History Write Speed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83028" y="4118921"/>
            <a:ext cx="6236042" cy="43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183028" y="4530814"/>
            <a:ext cx="6236042" cy="43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183028" y="4967421"/>
            <a:ext cx="6236042" cy="43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183028" y="5404028"/>
            <a:ext cx="6236042" cy="4366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ular Callout 12"/>
          <p:cNvSpPr/>
          <p:nvPr/>
        </p:nvSpPr>
        <p:spPr>
          <a:xfrm>
            <a:off x="8913862" y="4596725"/>
            <a:ext cx="2059458" cy="300272"/>
          </a:xfrm>
          <a:prstGeom prst="wedgeRoundRectCallout">
            <a:avLst>
              <a:gd name="adj1" fmla="val -69170"/>
              <a:gd name="adj2" fmla="val -940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Total Cycle Group A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Rounded Rectangular Callout 13"/>
          <p:cNvSpPr/>
          <p:nvPr/>
        </p:nvSpPr>
        <p:spPr>
          <a:xfrm>
            <a:off x="8913862" y="5031271"/>
            <a:ext cx="2059458" cy="300272"/>
          </a:xfrm>
          <a:prstGeom prst="wedgeRoundRectCallout">
            <a:avLst>
              <a:gd name="adj1" fmla="val -67970"/>
              <a:gd name="adj2" fmla="val -940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Total Cycle Group 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ular Callout 14"/>
          <p:cNvSpPr/>
          <p:nvPr/>
        </p:nvSpPr>
        <p:spPr>
          <a:xfrm>
            <a:off x="8913862" y="5465817"/>
            <a:ext cx="2059458" cy="300272"/>
          </a:xfrm>
          <a:prstGeom prst="wedgeRoundRectCallout">
            <a:avLst>
              <a:gd name="adj1" fmla="val -69170"/>
              <a:gd name="adj2" fmla="val -9409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Total Cycle Group C</a:t>
            </a:r>
            <a:endParaRPr 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33379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288" y="-1333500"/>
            <a:ext cx="12220575" cy="952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20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3195" y="849683"/>
            <a:ext cx="6638925" cy="516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77538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</TotalTime>
  <Words>51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automation02</dc:creator>
  <cp:lastModifiedBy>automation02</cp:lastModifiedBy>
  <cp:revision>25</cp:revision>
  <dcterms:created xsi:type="dcterms:W3CDTF">2026-06-17T04:51:58Z</dcterms:created>
  <dcterms:modified xsi:type="dcterms:W3CDTF">2026-06-18T09:20:00Z</dcterms:modified>
</cp:coreProperties>
</file>